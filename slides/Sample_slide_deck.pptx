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C427A-1850-2D32-9527-D66C2E334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F3F108-0617-DA4B-F1BF-B91D417AF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00278-7F8F-043C-1975-F752E42F6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953C-9C94-4C5F-A487-09C7760B1D12}" type="datetimeFigureOut">
              <a:rPr lang="en-GB" smtClean="0"/>
              <a:t>2026-05-26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09E12-2143-4C1F-C46A-571C729AB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01BE5-FAA6-8EA8-E70D-726ADCA5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1947-A781-40C1-BB7B-A3308ED55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417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55BC-A409-73C8-99C5-6EF3A7A34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68E70-F79E-4D75-8D89-892F8678A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B4A94-BAA0-ACB8-351D-E7831B1F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953C-9C94-4C5F-A487-09C7760B1D12}" type="datetimeFigureOut">
              <a:rPr lang="en-GB" smtClean="0"/>
              <a:t>2026-05-26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E2EB0-29AA-244A-E776-207E23C00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F6E37-88F9-EAD8-41AE-02F89EF1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1947-A781-40C1-BB7B-A3308ED55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9107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D535F-AA68-974A-C661-FE72AE13C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AF68C-4561-BBC3-3181-589A1E266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228CE-E800-8F1E-D1CB-EC348DD5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953C-9C94-4C5F-A487-09C7760B1D12}" type="datetimeFigureOut">
              <a:rPr lang="en-GB" smtClean="0"/>
              <a:t>2026-05-26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D4257-44F4-A25E-FE5D-000E535E2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47EC3-A1F9-3FE5-9543-5A0876E8A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1947-A781-40C1-BB7B-A3308ED55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440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858A5-C0F5-0AED-B5B9-95C80F464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2DCA9-5A59-3CAA-F87B-55F47647FA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90011-9CD6-1B8F-899D-2710585C2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B706B-3370-DEC9-EB86-A794BB9D1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953C-9C94-4C5F-A487-09C7760B1D12}" type="datetimeFigureOut">
              <a:rPr lang="en-GB" smtClean="0"/>
              <a:t>2026-05-26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943C8-B9F5-B99D-F8C8-99D92E031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ECF3A-C571-3BD0-65B2-4C48EF98B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1947-A781-40C1-BB7B-A3308ED55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6188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9E66A-FFEF-A46D-08B2-A11FF1E88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7103C-3E68-9207-E083-71EB4E144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FA3CF-8389-6A20-9DC8-EA1F3E6F3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3B2BA6-0638-636A-94FF-CF18209CA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E17F1A-6941-A9AA-432A-C3AF1E4651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038CBA-BC87-B013-306B-BBD5695BF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953C-9C94-4C5F-A487-09C7760B1D12}" type="datetimeFigureOut">
              <a:rPr lang="en-GB" smtClean="0"/>
              <a:t>2026-05-26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4DA0CC-69C2-4325-AD61-426790595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EDFD79-43EE-EE8C-7A5E-A75FB4D53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1947-A781-40C1-BB7B-A3308ED55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2859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E3CF6-FB6C-E5F9-3099-B65C84BAA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99A70-4798-D7A0-94DB-D87226C40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953C-9C94-4C5F-A487-09C7760B1D12}" type="datetimeFigureOut">
              <a:rPr lang="en-GB" smtClean="0"/>
              <a:t>2026-05-26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97DE60-BB51-4445-23A5-3A19275E1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2B8594-EE53-7545-A6A1-5B5C93C30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1947-A781-40C1-BB7B-A3308ED55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489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822C35-1E0A-7765-7028-018622A0A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953C-9C94-4C5F-A487-09C7760B1D12}" type="datetimeFigureOut">
              <a:rPr lang="en-GB" smtClean="0"/>
              <a:t>2026-05-26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D6441B-2242-5672-F198-437708D8E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38342-9C9D-290D-AB57-CA6005787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1947-A781-40C1-BB7B-A3308ED55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532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78DF-3C8B-8385-1895-C48BB7A48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FFA49-0FD6-4594-D9D2-EAF851226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72ADA-5BCC-CFB0-61FD-3A38FB8E2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9F253-C542-ED08-33CE-B2CAE13BC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953C-9C94-4C5F-A487-09C7760B1D12}" type="datetimeFigureOut">
              <a:rPr lang="en-GB" smtClean="0"/>
              <a:t>2026-05-26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DA40DA-16A6-21B7-9B02-6A8BDCF5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29BB6-D432-F719-ACC5-D95B64186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1947-A781-40C1-BB7B-A3308ED55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242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6CE6C-0632-CE81-DAB9-01453A353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3FB4F8-BFAF-147B-449F-6D8B33327F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F06BE-47F2-4A6C-A101-D8C3C9E2E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487F3-7ABA-3793-6AC9-0F12F0B99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953C-9C94-4C5F-A487-09C7760B1D12}" type="datetimeFigureOut">
              <a:rPr lang="en-GB" smtClean="0"/>
              <a:t>2026-05-26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AE7E8-B26F-E6FD-B971-EFD5FD20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303DE0-9AB0-EB2B-86FA-A44933533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1947-A781-40C1-BB7B-A3308ED55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0423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9A3EA-08E9-5967-CBF1-4444877BC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2F9A5D-41F1-8E65-ED33-314C6110A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80D2E-3D01-9A4F-744B-F5DCAA020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953C-9C94-4C5F-A487-09C7760B1D12}" type="datetimeFigureOut">
              <a:rPr lang="en-GB" smtClean="0"/>
              <a:t>2026-05-26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8B7D3-72F9-EF83-7104-79DF6CE84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4A541-9FDE-5D95-93F5-F489BB8F8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1947-A781-40C1-BB7B-A3308ED55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574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25E5D7-AC48-A429-FC65-5D537F370C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092720-19AB-6453-CFBC-EF7F7DC07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BA9D1-D9EE-609D-B146-8AF9F479F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953C-9C94-4C5F-A487-09C7760B1D12}" type="datetimeFigureOut">
              <a:rPr lang="en-GB" smtClean="0"/>
              <a:t>2026-05-26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006FF-7034-178A-E0E8-A187B54CB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357C6-E1A9-6A02-C4D4-2B2FBD659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D1947-A781-40C1-BB7B-A3308ED55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8684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0E764C-253D-1BE9-C1A4-F8108DFA0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5EE53-9213-5BF0-CC70-C2F1736B8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41B50-BE61-4D29-3D6A-82E8F61951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6A953C-9C94-4C5F-A487-09C7760B1D12}" type="datetimeFigureOut">
              <a:rPr lang="en-GB" smtClean="0"/>
              <a:t>2026-05-26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810E6-5D34-7C1A-AFE7-4EE175ABA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28157-DD4B-BED1-1353-C4ABE8097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AD1947-A781-40C1-BB7B-A3308ED55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502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6B8DC-1A2C-FBEB-11BE-22DE078BC8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Sample slide deck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D4CC0-B9F9-8CBE-64AE-26DBAFF38F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Please delete</a:t>
            </a:r>
          </a:p>
        </p:txBody>
      </p:sp>
    </p:spTree>
    <p:extLst>
      <p:ext uri="{BB962C8B-B14F-4D97-AF65-F5344CB8AC3E}">
        <p14:creationId xmlns:p14="http://schemas.microsoft.com/office/powerpoint/2010/main" val="3992025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Sample slide deck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Jools Kasmire</dc:creator>
  <cp:lastModifiedBy>Jools Kasmire</cp:lastModifiedBy>
  <cp:revision>1</cp:revision>
  <dcterms:created xsi:type="dcterms:W3CDTF">2026-05-26T14:20:38Z</dcterms:created>
  <dcterms:modified xsi:type="dcterms:W3CDTF">2026-05-26T14:20:58Z</dcterms:modified>
</cp:coreProperties>
</file>